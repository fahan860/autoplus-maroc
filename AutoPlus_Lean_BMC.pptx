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AUTO+ MAROC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429000" y="457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Business Model Canvas  ·  Version MVP  ·  Mai 2026  ·  Hypothèses à valider par customer interviews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921240" y="118872"/>
            <a:ext cx="640080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21240" y="1188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Hypothèse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10625328" y="118872"/>
            <a:ext cx="640080" cy="23774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25328" y="1188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Validé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1247120" y="118872"/>
            <a:ext cx="640080" cy="23774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0" y="1188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Risque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82880" y="530352"/>
            <a:ext cx="228600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530352"/>
            <a:ext cx="64008" cy="19933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585216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92608" y="804672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Risque critique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92608" y="987552"/>
            <a:ext cx="2130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Automobiliste ne trouve pas de garage de confiance rapidement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transparence sur les prix — arnaques fréquentes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: 0 visibilité digitale, gestion 100 % manuelle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 des ~18 000 besoins méca/jour restent hors-ligne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92608" y="2249424"/>
            <a:ext cx="2130552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295144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spc="3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ACTUELLES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92608" y="2459736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Bouche-à-oreille · Garage de quartier · Concession chère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" y="2596896"/>
            <a:ext cx="2286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596896"/>
            <a:ext cx="64008" cy="2103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65176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CLÉS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2608" y="2871216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À instrumenter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92608" y="3054096"/>
            <a:ext cx="213055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: % user qui prend RDV dans les 7 premiers jours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: sessions agent IA / mois / user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: freemium → abonné payant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: garages actifs sur la plateforme / semaine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: recommandation post-intervention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560320" y="530352"/>
            <a:ext cx="2286000" cy="41696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530352"/>
            <a:ext cx="64008" cy="4169664"/>
          </a:xfrm>
          <a:prstGeom prst="rect">
            <a:avLst/>
          </a:prstGeom>
          <a:solidFill>
            <a:srgbClr val="0F7056"/>
          </a:solidFill>
          <a:ln w="12700">
            <a:solidFill>
              <a:srgbClr val="0F70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0048" y="585216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F7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70048" y="804672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MVP à tester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70048" y="1014984"/>
            <a:ext cx="2130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automobiliste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70048" y="1216152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garage géolocalisé + filtres (note, spécialité, urgence)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 instantané en ligne + confirmation WhatsApp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vérifiés + devis digital transparent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2670048" y="2011680"/>
            <a:ext cx="2130552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2066544"/>
            <a:ext cx="2130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automobiliste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670048" y="2267712"/>
            <a:ext cx="2130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personnel voiture : rappels entretien, historique complet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 pannes en darija / français (LLM)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OBD2 IA + estimation coût réparation (phase 2)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2670048" y="3127248"/>
            <a:ext cx="2130552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3182112"/>
            <a:ext cx="2130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SaaS garage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70048" y="3383280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agenda + gestion clients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&amp; historique véhicules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leads qualifiés de la plateforme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2670048" y="4178808"/>
            <a:ext cx="2130552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70048" y="423367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F7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digital intégré (CMI, wallets, BNPL) · Garantie service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937760" y="530352"/>
            <a:ext cx="2286000" cy="4169664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530352"/>
            <a:ext cx="2286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47488" y="6400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VALEUR UNIQUE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047488" y="9144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"Le Docteur de ta voiture"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47488" y="149961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 le bon garage, comprend ta panne,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tout pour toi.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47488" y="2039112"/>
            <a:ext cx="210312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47488" y="21031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plateforme marocaine qui combine 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47488" y="231343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relation de confiance (géoloc + avis vérifiés)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automobile personnalisé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SaaS pour le garage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seul abonnement — simple, mobile-first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5047488" y="3429000"/>
            <a:ext cx="210312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47488" y="34838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spc="3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CLEF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047488" y="36576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marketplace B2C + B2B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· Darija / Français · WhatsApp-native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Casablanca MVP → National → Afrique francophone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7315200" y="530352"/>
            <a:ext cx="228600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15200" y="530352"/>
            <a:ext cx="64008" cy="19933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24928" y="585216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INIMITABLE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424928" y="804672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À construire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424928" y="987552"/>
            <a:ext cx="213055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Big Data &amp; IA → crédibilité tech + réseau académique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à créer le registre digital des garages marocains (donnée rare)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 OFPPT — 3 000 mécaniciens formés/an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funding → réseau investisseurs + mentors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propriétaire post-scale : comportement entretien auto Maroc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7315200" y="2596896"/>
            <a:ext cx="2286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0" y="2596896"/>
            <a:ext cx="64008" cy="21031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24928" y="265176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424928" y="2889504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spc="3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AUTOMOBILISTES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7424928" y="3054096"/>
            <a:ext cx="2130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TikTok / Facebook (vidéos témoignages)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communities + bouche-à-oreille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Garages onboardés → recommandent l'app (flywheel)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7424928" y="3785616"/>
            <a:ext cx="2130552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24928" y="3840480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spc="3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GARAGES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7424928" y="4005072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Démarchage terrain direct (Casablanca phase 0)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 OFPPT — 42 centres / 37 villes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pilote 3 mois gratuits → conversion SaaS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9692640" y="530352"/>
            <a:ext cx="228600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92640" y="530352"/>
            <a:ext cx="64008" cy="19933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02368" y="585216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CLIENTS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9802368" y="804672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Marché confirmé — 4,95 M véhicules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9802368" y="1005840"/>
            <a:ext cx="2130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Automobilistes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9802368" y="1197864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25–45 ans, smartphone, Casablanca / Rabat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 = outil quotidien essentiel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Méfiance garages, stressés par pannes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9802368" y="1901952"/>
            <a:ext cx="2130552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802368" y="1956816"/>
            <a:ext cx="21305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Garages partenaires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802368" y="2148840"/>
            <a:ext cx="213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~4 000 garages structurés (priorité MVP)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 mécaniciens OFPPT digital-ready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Garages voulant sortir de l'informel (60–70 %)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9692640" y="2596896"/>
            <a:ext cx="2286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92640" y="2596896"/>
            <a:ext cx="64008" cy="2103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02368" y="2651760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802368" y="2889504"/>
            <a:ext cx="21305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Proprio 25–35 ans, Casablanca, actif sur Instagram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déjà vécu une mauvaise expérience garage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 'mécanicien' sur Google ou WhatsApp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 mécanicien OFPPT qui veut digitaliser son garage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182880" y="4791456"/>
            <a:ext cx="4709160" cy="1929384"/>
          </a:xfrm>
          <a:prstGeom prst="rect">
            <a:avLst/>
          </a:prstGeom>
          <a:solidFill>
            <a:srgbClr val="F8FAFC"/>
          </a:solidFill>
          <a:ln w="6350">
            <a:solidFill>
              <a:srgbClr val="DDE1E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82880" y="4791456"/>
            <a:ext cx="470916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4882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COÛTS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274320" y="51389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spc="3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FIXES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274320" y="5303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app (MVP no-code / code)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IA (OpenAI / Gemini)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cloud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+ immatriculation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514600" y="51389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spc="3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VARIABLES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2514600" y="5303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Meta / Google (acquisition)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terrain (garages)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client WhatsApp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garages partenaires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4983480" y="4791456"/>
            <a:ext cx="6995160" cy="1929384"/>
          </a:xfrm>
          <a:prstGeom prst="rect">
            <a:avLst/>
          </a:prstGeom>
          <a:solidFill>
            <a:srgbClr val="F0FDF4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983480" y="4791456"/>
            <a:ext cx="69951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74920" y="4882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REVENUS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5074920" y="51023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Prix à valider par customer interviews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5074920" y="5303520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spc="3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AUTOMOBILISTE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5074920" y="5477256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mensuel — prix à tester : 49–99 MAD/mois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: RDV + agent IA voiture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gratuit → conversion premium</a:t>
            </a:r>
            <a:endParaRPr lang="en-US" sz="780" dirty="0"/>
          </a:p>
        </p:txBody>
      </p:sp>
      <p:sp>
        <p:nvSpPr>
          <p:cNvPr id="88" name="Text 86"/>
          <p:cNvSpPr/>
          <p:nvPr/>
        </p:nvSpPr>
        <p:spPr>
          <a:xfrm>
            <a:off x="8458200" y="5303520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spc="3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GARAGE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8458200" y="5477256"/>
            <a:ext cx="3337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mensuel : 299–799 MAD/mois (récurrent)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par intervention : 5–10 %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premium : mise en avant dans la liste</a:t>
            </a:r>
            <a:endParaRPr lang="en-US" sz="78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 : marketplace pièces, pub locale ciblée</a:t>
            </a:r>
            <a:endParaRPr lang="en-US" sz="780" dirty="0"/>
          </a:p>
        </p:txBody>
      </p:sp>
      <p:sp>
        <p:nvSpPr>
          <p:cNvPr id="90" name="Text 88"/>
          <p:cNvSpPr/>
          <p:nvPr/>
        </p:nvSpPr>
        <p:spPr>
          <a:xfrm>
            <a:off x="182880" y="6656832"/>
            <a:ext cx="1179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Hypothèse critique N°1 à valider maintenant : Les automobilistes adoptent-ils une app plutôt que le bouche-à-oreille ?  →  Méthode : 20 interviews terrain Casablanca + landing page test avec capture email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Auto+ Maroc — Lean Business Model Canvas</dc:title>
  <dc:subject>PptxGenJS Presentation</dc:subject>
  <dc:creator>PptxGenJS</dc:creator>
  <cp:lastModifiedBy>PptxGenJS</cp:lastModifiedBy>
  <cp:revision>1</cp:revision>
  <dcterms:created xsi:type="dcterms:W3CDTF">2026-05-31T11:15:32Z</dcterms:created>
  <dcterms:modified xsi:type="dcterms:W3CDTF">2026-05-31T11:15:32Z</dcterms:modified>
</cp:coreProperties>
</file>